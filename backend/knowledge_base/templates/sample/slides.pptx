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783080"/>
            <a:ext cx="10241280" cy="1554480"/>
          </a:xfrm>
        </p:spPr>
        <p:txBody>
          <a:bodyPr anchor="b"/>
          <a:lstStyle>
            <a:lvl1pPr algn="l">
              <a:buNone/>
              <a:defRPr sz="3400" b="1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61288" y="3474720"/>
            <a:ext cx="9875520" cy="1188720"/>
          </a:xfrm>
        </p:spPr>
        <p:txBody>
          <a:bodyPr anchor="t"/>
          <a:lstStyle>
            <a:lvl1pPr algn="l">
              <a:buNone/>
              <a:defRPr sz="1600" b="0">
                <a:solidFill>
                  <a:srgbClr val="C7D2FE"/>
                </a:solidFill>
              </a:defRPr>
            </a:lvl1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822960" y="1874519"/>
            <a:ext cx="109728" cy="2651760"/>
          </a:xfrm>
          <a:prstGeom prst="rect">
            <a:avLst/>
          </a:prstGeom>
          <a:solidFill>
            <a:srgbClr val="0B5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ounded Rectangle 1"/>
          <p:cNvSpPr/>
          <p:nvPr/>
        </p:nvSpPr>
        <p:spPr>
          <a:xfrm>
            <a:off x="822960" y="548640"/>
            <a:ext cx="201168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0F1B3D"/>
                </a:solidFill>
              </a:rPr>
              <a:t>{{company_logo}}</a:t>
            </a:r>
          </a:p>
        </p:txBody>
      </p:sp>
      <p:sp>
        <p:nvSpPr>
          <p:cNvPr id="2" name="Rectangle 1"/>
          <p:cNvSpPr/>
          <p:nvPr/>
        </p:nvSpPr>
        <p:spPr>
          <a:xfrm>
            <a:off x="822960" y="5760720"/>
            <a:ext cx="8229600" cy="32918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300" b="1">
                <a:solidFill>
                  <a:srgbClr val="FFFFFF"/>
                </a:solidFill>
              </a:rPr>
              <a:t>{{company_name}}</a:t>
            </a:r>
          </a:p>
        </p:txBody>
      </p:sp>
      <p:sp>
        <p:nvSpPr>
          <p:cNvPr id="2" name="Rectangle 1"/>
          <p:cNvSpPr/>
          <p:nvPr/>
        </p:nvSpPr>
        <p:spPr>
          <a:xfrm>
            <a:off x="822960" y="6080760"/>
            <a:ext cx="1005840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000" b="0">
                <a:solidFill>
                  <a:srgbClr val="9CA3AF"/>
                </a:solidFill>
              </a:rPr>
              <a:t>{{confidential_footer}}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5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548640" y="1234440"/>
            <a:ext cx="11064240" cy="4983480"/>
          </a:xfrm>
          <a:prstGeom prst="rect">
            <a:avLst/>
          </a:prstGeom>
          <a:noFill/>
          <a:ln>
            <a:solidFill>
              <a:srgbClr val="D1D5D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0">
                <a:solidFill>
                  <a:srgbClr val="9CA3AF"/>
                </a:solidFill>
              </a:rPr>
              <a:t>{{SCOPEAI_CONTENT}}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7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7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7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9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92608"/>
            <a:ext cx="10058400" cy="7772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8640" y="1280160"/>
            <a:ext cx="11064240" cy="48463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" y="6419088"/>
            <a:ext cx="8229600" cy="2926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81360" y="6419088"/>
            <a:ext cx="868680" cy="2926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buNone/>
              <a:defRPr sz="900" b="0">
                <a:solidFill>
                  <a:srgbClr val="6B7280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5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ounded Rectangle 1"/>
          <p:cNvSpPr/>
          <p:nvPr/>
        </p:nvSpPr>
        <p:spPr>
          <a:xfrm>
            <a:off x="10561320" y="384048"/>
            <a:ext cx="1188720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0F1B3D"/>
                </a:solidFill>
              </a:rPr>
              <a:t>{{company_logo}}</a:t>
            </a:r>
          </a:p>
        </p:txBody>
      </p:sp>
      <p:sp>
        <p:nvSpPr>
          <p:cNvPr id="2" name="Rectangle 1"/>
          <p:cNvSpPr/>
          <p:nvPr/>
        </p:nvSpPr>
        <p:spPr>
          <a:xfrm>
            <a:off x="457200" y="6355080"/>
            <a:ext cx="11277295" cy="10972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457200" y="6419088"/>
            <a:ext cx="868680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900" b="0">
                <a:solidFill>
                  <a:srgbClr val="6B7280"/>
                </a:solidFill>
              </a:rPr>
              <a:t>{{company_name}} · {{confidential_footer}}</a:t>
            </a: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600" kern="1200" b="1">
          <a:solidFill>
            <a:srgbClr val="0F1B3D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{{proposal_title}}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Mục tiêu của khách hàng</a:t>
            </a:r>
          </a:p>
          <a:p>
            <a:r>
              <a:t>{{client_name}} · {{date}}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Tiêu đề slide nội dung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F1B3D"/>
      </a:dk2>
      <a:lt2>
        <a:srgbClr val="EEECE1"/>
      </a:lt2>
      <a:accent1>
        <a:srgbClr val="0B5CAD"/>
      </a:accent1>
      <a:accent2>
        <a:srgbClr val="14B8A6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